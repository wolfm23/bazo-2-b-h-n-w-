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1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C25AFE-6603-AB58-15F1-1CAE62333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430CDB5-6DCF-60BA-5764-5B6B042D5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1E3CDB-BF41-988A-FFDB-69C95837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88BA023-8C85-5588-3BDA-7B8B164D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4481CE6-70E6-BB0A-05B8-EE2CC6B97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202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B59361-593F-54AA-18EA-A8E48177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275624-11FC-CD17-7046-4EEE2C2AC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A89692-B7D9-A728-72D0-F6D1A202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CCF159-A041-BEEA-10E2-470172EA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D2A549D-A77F-519D-6A76-8BDDC99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0978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7261A8-4575-62B5-F5D3-A51F51129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37CBC9A-ABC0-673E-D3EC-D814729B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55738A7-1979-7F62-D43F-079397306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DA56A3-BED6-DF47-CCE6-F1B1DAA6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998502-9714-8C5A-F2F8-680E80AA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788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2E3233-7353-489E-EFA8-8139DC87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C983A7-72AD-9F87-5999-5E0FCA263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4F8A6F7-B759-577D-D5AC-B324FC6DB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61A5EF-2B97-2770-B26E-5A4B3BA4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C2303BB-CF1D-E6E4-743D-0E1E972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2EAE97E-8ED0-D2B8-8E1A-A552FE18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529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ACCFA9-A0D5-40A6-A14C-117596EE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19127D9-D3B5-3B90-8AC1-F4C93083C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9EB5A4E-BC43-0120-F480-4BB46EE0D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479EC29-92EE-2ED5-FBF2-8C9DC0D9E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C8BBF9F-E371-ED1B-5C60-7A81850DE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18D1A9C-8F38-CAFF-1534-E56F3121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9DF09F5-15D7-8C2F-C5C7-59A591FC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CE5DFC6-86A4-C6F5-CE67-834A9A0B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610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807FF2-A58D-BCE4-B7DB-6D6DCE31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28D9CB8-41B4-4B0F-7C89-42B14626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4499BF7-BC67-7B3B-2EDB-A21715EC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6E0F0A1-9EBC-AF51-1BA5-4FE677E94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87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DE0D6E2-CBE6-909C-B3BE-41F69BC05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B9CE932-EAEC-7E6B-051A-F1682AF3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E606D00-2124-268C-BFF5-2DDF314A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665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FB88C2-B5CA-AF6F-6DED-FBB8870C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4480D3-A4B7-F735-3EBE-D4E01DC4E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FFC6C2D-B063-630A-3BFA-904C3AD01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3DB2565-DB72-143C-D0BB-E93F4AB7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A317F62-6515-AFE8-EB5D-4BC67F25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D4EFA9-6E24-FE8C-1895-45D2EB59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16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C60889-7CDB-784B-FD9B-5B5D0F08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B310474-6210-C35E-9AF8-45AD488C7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87445F-3281-05FF-BD5A-331305A7D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A74589-68FB-CD04-9EC6-D4C444AA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CA24519-164F-9D46-ACDB-BF1E3279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47E6ED-B0FD-9AE2-CD8A-C3892020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5558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9B2340-919F-AB2F-55E4-79E7F1CB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034D898-116A-2903-B3D9-7B47C3E96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CFD3570-A7C2-D6F2-F5C5-DEF0EA9E7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E5BC4EB-891B-68E9-F823-CB1E919C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404F6D-9D4B-E29E-6B0F-0CE3E81E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1782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9193AAC-7298-2322-CEC2-9BA56E0E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E7EE5DA-175D-0D87-A64A-6CF7191AF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AC1F9B3-B206-6E09-A169-7DCC81CF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00519C2-CA29-AF0E-2672-D75C547E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495A5F5-8B93-50ED-B972-9366C90A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533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E715020-393C-1877-19C2-EF9BB7C97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1A63E01-81EC-AF0B-EAE4-2BAA7605C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93F5AA2-6E4B-85E5-735F-BDEC1E582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18DC5-BC8A-405D-B084-0127DFADFA7B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C76F5B-D29E-D27E-7EB2-55520C51B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CB8470-FAAE-4092-6720-F010C75BA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1EEE0-8027-49C6-9D9F-DC8DD8B60CC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962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E56116-F0DB-76BE-DB08-AF0BD9AB62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bazoš2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0696BD0-2535-6FF4-A424-7667528A76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Inzeráty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984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A6D6CF-8F8A-60D8-D9E8-F0E890C3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Nabídky</a:t>
            </a:r>
          </a:p>
        </p:txBody>
      </p:sp>
      <p:sp>
        <p:nvSpPr>
          <p:cNvPr id="4" name="AutoShape 2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9BA98F2C-6EDF-DA55-ED3A-A274AD208CD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4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66D7BC85-A465-A1B8-6345-E38695C6EE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6" name="AutoShape 6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A1418F8A-94AC-0D30-5AFB-4FD2DC69E7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7" name="AutoShape 8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15FCFEBA-B945-9CEE-6A98-CC30E92AF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8" name="AutoShape 10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614ED5AF-F824-6EBA-ADF0-0DF10CA0A8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9" name="AutoShape 12" descr="Free Images : city, village, vendor, color, bazaar, marketplace, public ...">
            <a:extLst>
              <a:ext uri="{FF2B5EF4-FFF2-40B4-BE49-F238E27FC236}">
                <a16:creationId xmlns:a16="http://schemas.microsoft.com/office/drawing/2014/main" id="{965BF1D2-E189-E261-93D0-36F2D44BE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53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DAF75AE4-0B59-7B18-D2AD-8E9B8E04D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92" y="1334188"/>
            <a:ext cx="8896129" cy="571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6C646B-6C22-3177-DED9-9E4001DB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Duolingo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D9D34A-19CD-8A11-8CD6-7CBE094E6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50" name="Picture 2" descr="Dead owl hi-res stock photography and images - Alamy">
            <a:extLst>
              <a:ext uri="{FF2B5EF4-FFF2-40B4-BE49-F238E27FC236}">
                <a16:creationId xmlns:a16="http://schemas.microsoft.com/office/drawing/2014/main" id="{8CFCB28D-739F-F687-E31F-CBE9FE47E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7" y="1564002"/>
            <a:ext cx="6916857" cy="50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614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4918B6-ACAA-80C4-A21C-EB3605F2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Poptávky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1D42AD0F-BEF1-1F91-667C-7CD1B7673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1181" y="2062686"/>
            <a:ext cx="4029637" cy="3877216"/>
          </a:xfrm>
        </p:spPr>
      </p:pic>
    </p:spTree>
    <p:extLst>
      <p:ext uri="{BB962C8B-B14F-4D97-AF65-F5344CB8AC3E}">
        <p14:creationId xmlns:p14="http://schemas.microsoft.com/office/powerpoint/2010/main" val="49549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DE6A52-2B0F-AABA-A481-9E70D569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Nabídky brigád</a:t>
            </a:r>
          </a:p>
        </p:txBody>
      </p:sp>
      <p:pic>
        <p:nvPicPr>
          <p:cNvPr id="4098" name="Picture 2" descr="Jak vypadá továrna v Bangladéši: Levná dětská práce v nelidských ...">
            <a:extLst>
              <a:ext uri="{FF2B5EF4-FFF2-40B4-BE49-F238E27FC236}">
                <a16:creationId xmlns:a16="http://schemas.microsoft.com/office/drawing/2014/main" id="{B8D0D78E-8770-6765-6730-3A1E49D22D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128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4846B0-C30D-2952-E879-2ED3DE463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Chat</a:t>
            </a:r>
          </a:p>
        </p:txBody>
      </p:sp>
      <p:pic>
        <p:nvPicPr>
          <p:cNvPr id="5122" name="Picture 2" descr="Fun and Friendly OMEGLE Chats (2 Hour Stream) - YouTube">
            <a:extLst>
              <a:ext uri="{FF2B5EF4-FFF2-40B4-BE49-F238E27FC236}">
                <a16:creationId xmlns:a16="http://schemas.microsoft.com/office/drawing/2014/main" id="{DEB27346-F0BF-3BEE-82DC-1A776E138B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22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26EE86-6337-AB71-5903-F5251963E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Aukce/dražba</a:t>
            </a:r>
          </a:p>
        </p:txBody>
      </p:sp>
      <p:pic>
        <p:nvPicPr>
          <p:cNvPr id="6146" name="Picture 2" descr="Válka skladů: Kanada – sledovat seriály online">
            <a:extLst>
              <a:ext uri="{FF2B5EF4-FFF2-40B4-BE49-F238E27FC236}">
                <a16:creationId xmlns:a16="http://schemas.microsoft.com/office/drawing/2014/main" id="{89957CCE-4DAA-B25B-B029-483722C6B2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716" y="1825625"/>
            <a:ext cx="83545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647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5678E3-71F1-5AAA-AFB9-2A201523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Komentáře</a:t>
            </a:r>
          </a:p>
        </p:txBody>
      </p:sp>
      <p:pic>
        <p:nvPicPr>
          <p:cNvPr id="7170" name="Picture 2" descr="Žádné komentáře! Český Těšín je na městském Facebooku vypnul ...">
            <a:extLst>
              <a:ext uri="{FF2B5EF4-FFF2-40B4-BE49-F238E27FC236}">
                <a16:creationId xmlns:a16="http://schemas.microsoft.com/office/drawing/2014/main" id="{386C6D14-CFDD-94DD-8326-1F36E4A5CD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2315369"/>
            <a:ext cx="600075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29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67F53F-9075-7BEA-CB75-4931DFAF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Liky</a:t>
            </a:r>
          </a:p>
        </p:txBody>
      </p:sp>
      <p:pic>
        <p:nvPicPr>
          <p:cNvPr id="8194" name="Picture 2" descr="Like PNG images free download">
            <a:extLst>
              <a:ext uri="{FF2B5EF4-FFF2-40B4-BE49-F238E27FC236}">
                <a16:creationId xmlns:a16="http://schemas.microsoft.com/office/drawing/2014/main" id="{E83183CF-2034-6E44-9130-BB3318954D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221" y="1825625"/>
            <a:ext cx="451355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077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0D6475-D5FD-177D-09AE-796FAEF8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Seznamka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C7FCD8C5-A0F9-2550-BF9F-A97BBD4CF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717902" y="1091391"/>
            <a:ext cx="4001058" cy="407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Two Men Kissing · Free Stock Photo">
            <a:extLst>
              <a:ext uri="{FF2B5EF4-FFF2-40B4-BE49-F238E27FC236}">
                <a16:creationId xmlns:a16="http://schemas.microsoft.com/office/drawing/2014/main" id="{785566BF-D87F-3579-841C-84151D147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14" y="2415397"/>
            <a:ext cx="5574666" cy="291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59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B49FE4-29EA-8B09-3A61-652E5B2F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Hodnocení </a:t>
            </a:r>
            <a:r>
              <a:rPr lang="cs-CZ" err="1"/>
              <a:t>sellerů</a:t>
            </a:r>
            <a:endParaRPr lang="cs-CZ"/>
          </a:p>
        </p:txBody>
      </p:sp>
      <p:pic>
        <p:nvPicPr>
          <p:cNvPr id="10242" name="Picture 2" descr="star review rating illustration icon 13476793 PNG">
            <a:extLst>
              <a:ext uri="{FF2B5EF4-FFF2-40B4-BE49-F238E27FC236}">
                <a16:creationId xmlns:a16="http://schemas.microsoft.com/office/drawing/2014/main" id="{E362F6DB-D088-B385-55F4-B14D06FC94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99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472B59-F20C-0F9A-1EBC-E101F2D4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Tinder s </a:t>
            </a:r>
            <a:r>
              <a:rPr lang="cs-CZ" err="1"/>
              <a:t>izeraty</a:t>
            </a:r>
            <a:r>
              <a:rPr lang="cs-CZ"/>
              <a:t> </a:t>
            </a:r>
            <a:br>
              <a:rPr lang="cs-CZ"/>
            </a:br>
            <a:endParaRPr lang="cs-CZ"/>
          </a:p>
        </p:txBody>
      </p:sp>
      <p:pic>
        <p:nvPicPr>
          <p:cNvPr id="11266" name="Picture 2" descr="Flag of Israel | Flagpedia.net">
            <a:extLst>
              <a:ext uri="{FF2B5EF4-FFF2-40B4-BE49-F238E27FC236}">
                <a16:creationId xmlns:a16="http://schemas.microsoft.com/office/drawing/2014/main" id="{24C3573D-EE84-D4BF-66E3-F76FDE2EAB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03" y="2507157"/>
            <a:ext cx="4577657" cy="333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Pin by Jacquline Elizebeth on Quick saves | Funny tinder profiles, Good ...">
            <a:extLst>
              <a:ext uri="{FF2B5EF4-FFF2-40B4-BE49-F238E27FC236}">
                <a16:creationId xmlns:a16="http://schemas.microsoft.com/office/drawing/2014/main" id="{E9958092-E847-A191-47DB-569A4544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289" y="365125"/>
            <a:ext cx="2624586" cy="465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20188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5281cb-5de6-4e66-807f-f77e8893421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E1ABC4CBB7E334B8C1305F5446B92B8" ma:contentTypeVersion="12" ma:contentTypeDescription="Vytvoří nový dokument" ma:contentTypeScope="" ma:versionID="9c6b4132f11beecd8bc4f0329f66f75b">
  <xsd:schema xmlns:xsd="http://www.w3.org/2001/XMLSchema" xmlns:xs="http://www.w3.org/2001/XMLSchema" xmlns:p="http://schemas.microsoft.com/office/2006/metadata/properties" xmlns:ns2="025281cb-5de6-4e66-807f-f77e8893421d" xmlns:ns3="4636645d-c4f7-407f-a15b-7f2ab78d58c0" targetNamespace="http://schemas.microsoft.com/office/2006/metadata/properties" ma:root="true" ma:fieldsID="a7a8625292ea1b365cbf4687f72ec1ff" ns2:_="" ns3:_="">
    <xsd:import namespace="025281cb-5de6-4e66-807f-f77e8893421d"/>
    <xsd:import namespace="4636645d-c4f7-407f-a15b-7f2ab78d58c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5281cb-5de6-4e66-807f-f77e8893421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Značky obrázků" ma:readOnly="false" ma:fieldId="{5cf76f15-5ced-4ddc-b409-7134ff3c332f}" ma:taxonomyMulti="true" ma:sspId="36ef982e-071b-4208-91a2-e4b87a9362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36645d-c4f7-407f-a15b-7f2ab78d58c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C5345B-9A24-4069-A1DB-1B1CA4D5757F}">
  <ds:schemaRefs>
    <ds:schemaRef ds:uri="025281cb-5de6-4e66-807f-f77e8893421d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5E147AA-27C6-45EA-928B-F46908660C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E2CA39-F913-498F-BE30-B3BFBDF9BCDE}">
  <ds:schemaRefs>
    <ds:schemaRef ds:uri="025281cb-5de6-4e66-807f-f77e8893421d"/>
    <ds:schemaRef ds:uri="4636645d-c4f7-407f-a15b-7f2ab78d58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Motiv Office</vt:lpstr>
      <vt:lpstr>bazoš2</vt:lpstr>
      <vt:lpstr>Nabídky</vt:lpstr>
      <vt:lpstr>Duolingo</vt:lpstr>
      <vt:lpstr>Poptávky</vt:lpstr>
      <vt:lpstr>Nabídky brigád</vt:lpstr>
      <vt:lpstr>Chat</vt:lpstr>
      <vt:lpstr>Aukce/dražba</vt:lpstr>
      <vt:lpstr>Komentáře</vt:lpstr>
      <vt:lpstr>Liky</vt:lpstr>
      <vt:lpstr>Seznamka</vt:lpstr>
      <vt:lpstr>Hodnocení sellerů</vt:lpstr>
      <vt:lpstr>Tinder s izeraty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Kneifel</dc:creator>
  <cp:revision>1</cp:revision>
  <dcterms:created xsi:type="dcterms:W3CDTF">2026-05-27T12:25:13Z</dcterms:created>
  <dcterms:modified xsi:type="dcterms:W3CDTF">2026-06-02T11:40:05Z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0x0101006E1ABC4CBB7E334B8C1305F5446B92B8</vt:lpwstr>
  </property>
  <property fmtid="{D5CDD505-2E9C-101B-9397-08002B2CF9AE}" pid="3" name="MediaServiceImageTags">
    <vt:lpwstr/>
  </property>
</Properties>
</file>